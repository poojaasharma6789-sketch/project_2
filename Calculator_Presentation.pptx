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2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FF"/>
    <a:srgbClr val="FFC6C6"/>
    <a:srgbClr val="8AB2E2"/>
    <a:srgbClr val="FF9966"/>
    <a:srgbClr val="FF7C80"/>
    <a:srgbClr val="C5D3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10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BCB2C1-8599-4F47-A285-90FF6F1C969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584CB-040D-4353-8CB5-24A4DEFCB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075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584CB-040D-4353-8CB5-24A4DEFCB17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207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819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909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27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981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877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548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826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5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36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880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428074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4123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80238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159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9615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989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697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  <p:sldLayoutId id="2147483855" r:id="rId13"/>
    <p:sldLayoutId id="2147483856" r:id="rId14"/>
    <p:sldLayoutId id="2147483857" r:id="rId15"/>
    <p:sldLayoutId id="214748385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531884"/>
          </a:xfr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4800" dirty="0">
                <a:solidFill>
                  <a:schemeClr val="tx1"/>
                </a:solidFill>
              </a:rPr>
              <a:t>Introduction</a:t>
            </a:r>
            <a:br>
              <a:rPr lang="en-US" sz="3200" dirty="0">
                <a:solidFill>
                  <a:schemeClr val="tx1"/>
                </a:solidFill>
              </a:rPr>
            </a:br>
            <a:r>
              <a:rPr lang="en-US" sz="2400" b="1" dirty="0">
                <a:solidFill>
                  <a:schemeClr val="tx1"/>
                </a:solidFill>
              </a:rPr>
              <a:t>POOJA’ SMART CALCULATOR</a:t>
            </a:r>
            <a:br>
              <a:rPr lang="en-US" sz="3200" dirty="0"/>
            </a:b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31885"/>
            <a:ext cx="9144000" cy="5326113"/>
          </a:xfr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/>
          <a:lstStyle/>
          <a:p>
            <a:pPr lvl="7">
              <a:defRPr sz="2000"/>
            </a:pPr>
            <a:endParaRPr lang="en-US" sz="3200" dirty="0"/>
          </a:p>
          <a:p>
            <a:pPr lvl="8">
              <a:buClr>
                <a:schemeClr val="tx1"/>
              </a:buClr>
              <a:buFont typeface="Arial" panose="020B0604020202020204" pitchFamily="34" charset="0"/>
              <a:buChar char="•"/>
              <a:defRPr sz="2000"/>
            </a:pPr>
            <a:r>
              <a:rPr lang="en-US" sz="2800" dirty="0">
                <a:solidFill>
                  <a:schemeClr val="tx1"/>
                </a:solidFill>
              </a:rPr>
              <a:t>This project is a Scientific Calculator developed using Python </a:t>
            </a:r>
            <a:r>
              <a:rPr lang="en-US" sz="2800" dirty="0" err="1">
                <a:solidFill>
                  <a:schemeClr val="tx1"/>
                </a:solidFill>
              </a:rPr>
              <a:t>Tkinter</a:t>
            </a:r>
            <a:r>
              <a:rPr lang="en-US" sz="2800" dirty="0">
                <a:solidFill>
                  <a:schemeClr val="tx1"/>
                </a:solidFill>
              </a:rPr>
              <a:t> GUI library. </a:t>
            </a:r>
          </a:p>
          <a:p>
            <a:pPr lvl="8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It performs basic and scientific calculations with a modern interface.</a:t>
            </a:r>
            <a:endParaRPr lang="en-US" b="1" dirty="0"/>
          </a:p>
        </p:txBody>
      </p:sp>
      <p:pic>
        <p:nvPicPr>
          <p:cNvPr id="5" name="Picture 4" descr="calculator_image.png">
            <a:extLst>
              <a:ext uri="{FF2B5EF4-FFF2-40B4-BE49-F238E27FC236}">
                <a16:creationId xmlns:a16="http://schemas.microsoft.com/office/drawing/2014/main" id="{A71A18C8-1E9D-2167-F331-F72B744E2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74" y="2011170"/>
            <a:ext cx="3352800" cy="43675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600200"/>
          </a:xfrm>
          <a:solidFill>
            <a:srgbClr val="FFC6C6"/>
          </a:solidFill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  <a:solidFill>
            <a:schemeClr val="bg1">
              <a:lumMod val="7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400" dirty="0">
                <a:solidFill>
                  <a:schemeClr val="tx1"/>
                </a:solidFill>
              </a:rPr>
              <a:t>• GUI Based Scientific Calculator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	• Developed using Python &amp;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	  </a:t>
            </a:r>
            <a:r>
              <a:rPr lang="en-US" sz="2400" dirty="0" err="1">
                <a:solidFill>
                  <a:schemeClr val="tx1"/>
                </a:solidFill>
              </a:rPr>
              <a:t>CustomTkinter</a:t>
            </a:r>
            <a:endParaRPr lang="en-US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	• Supports Standard &amp; Scientific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       Calculations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	• Modern Dark Theme UI</a:t>
            </a:r>
          </a:p>
        </p:txBody>
      </p:sp>
      <p:pic>
        <p:nvPicPr>
          <p:cNvPr id="5" name="Picture 4" descr="calculator_image.png">
            <a:extLst>
              <a:ext uri="{FF2B5EF4-FFF2-40B4-BE49-F238E27FC236}">
                <a16:creationId xmlns:a16="http://schemas.microsoft.com/office/drawing/2014/main" id="{DEE712AF-17C5-11CD-47C7-651F30A51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0" y="1876424"/>
            <a:ext cx="3067050" cy="4429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tx1"/>
                </a:solidFill>
              </a:rPr>
              <a:t>				Import Section</a:t>
            </a:r>
            <a:endParaRPr sz="54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17638"/>
            <a:ext cx="9144000" cy="5440362"/>
          </a:xfrm>
          <a:solidFill>
            <a:srgbClr val="C5D3FF"/>
          </a:solidFill>
        </p:spPr>
        <p:txBody>
          <a:bodyPr/>
          <a:lstStyle/>
          <a:p>
            <a:pPr marL="0" indent="0">
              <a:buClr>
                <a:schemeClr val="tx1"/>
              </a:buClr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400" dirty="0">
                <a:solidFill>
                  <a:schemeClr val="tx1"/>
                </a:solidFill>
              </a:rPr>
              <a:t>• Python Programming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	   Language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	• </a:t>
            </a:r>
            <a:r>
              <a:rPr lang="en-US" sz="2400" dirty="0" err="1">
                <a:solidFill>
                  <a:schemeClr val="tx1"/>
                </a:solidFill>
              </a:rPr>
              <a:t>CustomTkinter</a:t>
            </a:r>
            <a:r>
              <a:rPr lang="en-US" sz="2400" dirty="0">
                <a:solidFill>
                  <a:schemeClr val="tx1"/>
                </a:solidFill>
              </a:rPr>
              <a:t> Library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	• Math Module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	• Time Module</a:t>
            </a:r>
          </a:p>
        </p:txBody>
      </p:sp>
      <p:pic>
        <p:nvPicPr>
          <p:cNvPr id="5" name="Picture 4" descr="calculator_image.png">
            <a:extLst>
              <a:ext uri="{FF2B5EF4-FFF2-40B4-BE49-F238E27FC236}">
                <a16:creationId xmlns:a16="http://schemas.microsoft.com/office/drawing/2014/main" id="{7C872E55-1299-9D31-D5B6-BA729ED0F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4250" y="1771650"/>
            <a:ext cx="3094950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3579"/>
            <a:ext cx="9144000" cy="1143000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tx1"/>
                </a:solidFill>
              </a:rPr>
              <a:t>					Main Features</a:t>
            </a:r>
            <a:endParaRPr sz="54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96579"/>
            <a:ext cx="9144000" cy="5607841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	• DEG/RAD Mode Toggle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	• Live Digital Clock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	• Scientific Functions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	• Keyboard Support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	• Safe Expression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       Evaluation</a:t>
            </a:r>
          </a:p>
        </p:txBody>
      </p:sp>
      <p:pic>
        <p:nvPicPr>
          <p:cNvPr id="5" name="Picture 4" descr="calculator_image.png">
            <a:extLst>
              <a:ext uri="{FF2B5EF4-FFF2-40B4-BE49-F238E27FC236}">
                <a16:creationId xmlns:a16="http://schemas.microsoft.com/office/drawing/2014/main" id="{1E28F9C3-A9A8-00CC-B714-AF394EE8B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880" y="1881981"/>
            <a:ext cx="3017520" cy="396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rgbClr val="9999FF"/>
          </a:solidFill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/>
                </a:solidFill>
              </a:rPr>
              <a:t>			User Interface Design</a:t>
            </a:r>
            <a:endParaRPr sz="48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17639"/>
            <a:ext cx="9144000" cy="5440362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• Dark Theme Modern Design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• Tabbed Layout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   (Standard &amp; Scientific)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• Responsive Button Grid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• Stylish Display Panel</a:t>
            </a:r>
          </a:p>
        </p:txBody>
      </p:sp>
      <p:pic>
        <p:nvPicPr>
          <p:cNvPr id="6" name="Picture 5" descr="calculator_image.png">
            <a:extLst>
              <a:ext uri="{FF2B5EF4-FFF2-40B4-BE49-F238E27FC236}">
                <a16:creationId xmlns:a16="http://schemas.microsoft.com/office/drawing/2014/main" id="{226915D1-0314-4C1B-C112-52377AB0F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0400" y="2052200"/>
            <a:ext cx="3101094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77745ED4-3370-319F-30C1-AB47A566AE2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12382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/>
              <a:t>Scientific Functions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072C681-BF13-9901-CF0A-657BF87D7F45}"/>
              </a:ext>
            </a:extLst>
          </p:cNvPr>
          <p:cNvSpPr txBox="1">
            <a:spLocks/>
          </p:cNvSpPr>
          <p:nvPr/>
        </p:nvSpPr>
        <p:spPr>
          <a:xfrm>
            <a:off x="0" y="1238250"/>
            <a:ext cx="9144000" cy="56197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• sin, cos, tan</a:t>
            </a:r>
          </a:p>
          <a:p>
            <a:pPr marL="0" indent="0">
              <a:buNone/>
            </a:pPr>
            <a:r>
              <a:rPr lang="en-US" dirty="0"/>
              <a:t>• log &amp; square root</a:t>
            </a:r>
          </a:p>
          <a:p>
            <a:pPr marL="0" indent="0">
              <a:buNone/>
            </a:pPr>
            <a:r>
              <a:rPr lang="en-US" dirty="0"/>
              <a:t>• Factorial Function</a:t>
            </a:r>
          </a:p>
          <a:p>
            <a:pPr marL="0" indent="0">
              <a:buNone/>
            </a:pPr>
            <a:r>
              <a:rPr lang="en-US" dirty="0"/>
              <a:t>• Power Functions (x², x³, </a:t>
            </a:r>
            <a:r>
              <a:rPr lang="en-US" dirty="0" err="1"/>
              <a:t>x^y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• π and e Constants</a:t>
            </a:r>
          </a:p>
        </p:txBody>
      </p:sp>
      <p:pic>
        <p:nvPicPr>
          <p:cNvPr id="18" name="Picture 17" descr="calculator_image.png">
            <a:extLst>
              <a:ext uri="{FF2B5EF4-FFF2-40B4-BE49-F238E27FC236}">
                <a16:creationId xmlns:a16="http://schemas.microsoft.com/office/drawing/2014/main" id="{DB090644-A132-19EA-4BA0-A4F0B007D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350" y="1680701"/>
            <a:ext cx="3228915" cy="454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976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433B5-DCB1-49CA-4BE8-822110D6FBA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1123950"/>
          </a:xfrm>
          <a:prstGeom prst="rect">
            <a:avLst/>
          </a:prstGeom>
          <a:solidFill>
            <a:srgbClr val="FF9966"/>
          </a:solidFill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Program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C5E1A-05AE-CD3C-9397-667EA6A9AA32}"/>
              </a:ext>
            </a:extLst>
          </p:cNvPr>
          <p:cNvSpPr txBox="1">
            <a:spLocks/>
          </p:cNvSpPr>
          <p:nvPr/>
        </p:nvSpPr>
        <p:spPr>
          <a:xfrm>
            <a:off x="0" y="1123950"/>
            <a:ext cx="9144000" cy="57340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/>
              <a:t>Button Click Handling</a:t>
            </a:r>
          </a:p>
          <a:p>
            <a:r>
              <a:rPr lang="en-US" dirty="0"/>
              <a:t>Keyboard Event Handling</a:t>
            </a:r>
          </a:p>
          <a:p>
            <a:r>
              <a:rPr lang="en-US" dirty="0"/>
              <a:t>Safe eval() Execution</a:t>
            </a:r>
          </a:p>
          <a:p>
            <a:r>
              <a:rPr lang="en-US" dirty="0"/>
              <a:t>Error Handling for Invalid </a:t>
            </a:r>
          </a:p>
          <a:p>
            <a:pPr marL="0" indent="0">
              <a:buNone/>
            </a:pPr>
            <a:r>
              <a:rPr lang="en-US" dirty="0"/>
              <a:t>   Inputs</a:t>
            </a:r>
          </a:p>
        </p:txBody>
      </p:sp>
      <p:pic>
        <p:nvPicPr>
          <p:cNvPr id="4" name="Picture 3" descr="calculator_image.png">
            <a:extLst>
              <a:ext uri="{FF2B5EF4-FFF2-40B4-BE49-F238E27FC236}">
                <a16:creationId xmlns:a16="http://schemas.microsoft.com/office/drawing/2014/main" id="{8F491029-C201-D4F9-2BB5-1FC6A5F4A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8000" y="1457325"/>
            <a:ext cx="3590250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661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EF7A01E-3EFA-9EBC-66E9-7620D5D4459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116205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Conclusion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71C2A79-C7B3-8EDD-F202-06116E339E02}"/>
              </a:ext>
            </a:extLst>
          </p:cNvPr>
          <p:cNvSpPr txBox="1">
            <a:spLocks/>
          </p:cNvSpPr>
          <p:nvPr/>
        </p:nvSpPr>
        <p:spPr>
          <a:xfrm>
            <a:off x="0" y="2045732"/>
            <a:ext cx="9144000" cy="481226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• Easy to Use Interface</a:t>
            </a:r>
          </a:p>
          <a:p>
            <a:r>
              <a:rPr lang="en-US" dirty="0"/>
              <a:t>• Professional Scientific </a:t>
            </a:r>
          </a:p>
          <a:p>
            <a:pPr marL="0" indent="0">
              <a:buNone/>
            </a:pPr>
            <a:r>
              <a:rPr lang="en-US" dirty="0"/>
              <a:t>       Calculator</a:t>
            </a:r>
          </a:p>
          <a:p>
            <a:r>
              <a:rPr lang="en-US" dirty="0"/>
              <a:t>• Fast &amp; Accurate Calculations</a:t>
            </a:r>
          </a:p>
          <a:p>
            <a:r>
              <a:rPr lang="en-US" dirty="0"/>
              <a:t>• Modern Python GUI Project</a:t>
            </a:r>
          </a:p>
          <a:p>
            <a:r>
              <a:rPr lang="en-US" b="1" dirty="0"/>
              <a:t>▶  Run App</a:t>
            </a:r>
            <a:endParaRPr lang="en-US" dirty="0"/>
          </a:p>
          <a:p>
            <a:r>
              <a:rPr lang="en-US" dirty="0"/>
              <a:t>      </a:t>
            </a:r>
            <a:r>
              <a:rPr lang="en-US" dirty="0" err="1"/>
              <a:t>root.mainloop</a:t>
            </a:r>
            <a:r>
              <a:rPr lang="en-US" dirty="0"/>
              <a:t>()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403E38-F75D-A98D-3441-C818CA2EA091}"/>
              </a:ext>
            </a:extLst>
          </p:cNvPr>
          <p:cNvSpPr txBox="1"/>
          <p:nvPr/>
        </p:nvSpPr>
        <p:spPr>
          <a:xfrm>
            <a:off x="0" y="1162050"/>
            <a:ext cx="9144000" cy="8836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7" name="Picture 6" descr="calculator_image.png">
            <a:extLst>
              <a:ext uri="{FF2B5EF4-FFF2-40B4-BE49-F238E27FC236}">
                <a16:creationId xmlns:a16="http://schemas.microsoft.com/office/drawing/2014/main" id="{23121568-B615-E74A-1AC7-24BB7D3D7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84" y="1683782"/>
            <a:ext cx="2718066" cy="408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67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3F3292-2BAD-46BB-807F-9AB15AFADF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599" y="381000"/>
            <a:ext cx="4104969" cy="838200"/>
          </a:xfrm>
        </p:spPr>
        <p:txBody>
          <a:bodyPr/>
          <a:lstStyle/>
          <a:p>
            <a:r>
              <a:rPr lang="en-US" dirty="0"/>
              <a:t>THANKYOU!</a:t>
            </a:r>
          </a:p>
        </p:txBody>
      </p:sp>
      <p:pic>
        <p:nvPicPr>
          <p:cNvPr id="5" name="Picture 4" descr="calculator_image.png">
            <a:extLst>
              <a:ext uri="{FF2B5EF4-FFF2-40B4-BE49-F238E27FC236}">
                <a16:creationId xmlns:a16="http://schemas.microsoft.com/office/drawing/2014/main" id="{B7E4C9DC-E59B-3010-999F-227CD4E3A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50" y="1581150"/>
            <a:ext cx="4781549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33717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274</TotalTime>
  <Words>232</Words>
  <Application>Microsoft Office PowerPoint</Application>
  <PresentationFormat>On-screen Show (4:3)</PresentationFormat>
  <Paragraphs>57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Trebuchet MS</vt:lpstr>
      <vt:lpstr>Wingdings 3</vt:lpstr>
      <vt:lpstr>Facet</vt:lpstr>
      <vt:lpstr>Introduction POOJA’ SMART CALCULATOR </vt:lpstr>
      <vt:lpstr>Project Overview</vt:lpstr>
      <vt:lpstr>    Import Section</vt:lpstr>
      <vt:lpstr>     Main Features</vt:lpstr>
      <vt:lpstr>   User Interface Design</vt:lpstr>
      <vt:lpstr>PowerPoint Presentation</vt:lpstr>
      <vt:lpstr>PowerPoint Presentation</vt:lpstr>
      <vt:lpstr>PowerPoint Presentation</vt:lpstr>
      <vt:lpstr>THANKYOU!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SKYLIGHT INNOVATIONS</cp:lastModifiedBy>
  <cp:revision>6</cp:revision>
  <dcterms:created xsi:type="dcterms:W3CDTF">2013-01-27T09:14:16Z</dcterms:created>
  <dcterms:modified xsi:type="dcterms:W3CDTF">2026-05-08T06:53:01Z</dcterms:modified>
  <cp:category/>
</cp:coreProperties>
</file>